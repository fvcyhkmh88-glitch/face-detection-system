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802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BCA MINI PROJECT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Face Detection System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|  OpenCV  |  Haar Cascade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56616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Mahek </a:t>
            </a:r>
            <a:r>
              <a:rPr lang="en-US" sz="1300" dirty="0" err="1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Sharma,Amandeep</a:t>
            </a: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Singh,Sejal</a:t>
            </a: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Thakor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Sunny </a:t>
            </a:r>
            <a:r>
              <a:rPr lang="en-US" sz="1300" dirty="0" err="1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badgujar</a:t>
            </a: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/ Year: Parul University / 4</a:t>
            </a:r>
            <a:r>
              <a:rPr lang="en-US" sz="1300" baseline="300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year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 – Mahek Sharma – 230510127155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Amandeep singh-2305101270012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8F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   Sejal Thakor -2305101270363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760720" y="822960"/>
            <a:ext cx="2926080" cy="3566160"/>
          </a:xfrm>
          <a:prstGeom prst="roundRect">
            <a:avLst>
              <a:gd name="adj" fmla="val 4688"/>
            </a:avLst>
          </a:prstGeom>
          <a:solidFill>
            <a:srgbClr val="1B2A33"/>
          </a:solidFill>
          <a:ln/>
        </p:spPr>
      </p:sp>
      <p:sp>
        <p:nvSpPr>
          <p:cNvPr id="7" name="Shape 5"/>
          <p:cNvSpPr/>
          <p:nvPr/>
        </p:nvSpPr>
        <p:spPr>
          <a:xfrm>
            <a:off x="6537960" y="2011680"/>
            <a:ext cx="1371600" cy="1554480"/>
          </a:xfrm>
          <a:prstGeom prst="ellipse">
            <a:avLst/>
          </a:prstGeom>
          <a:solidFill>
            <a:srgbClr val="9FB6BF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0" y="2560320"/>
            <a:ext cx="128016" cy="128016"/>
          </a:xfrm>
          <a:prstGeom prst="ellipse">
            <a:avLst/>
          </a:prstGeom>
          <a:solidFill>
            <a:srgbClr val="0F1B24"/>
          </a:solidFill>
          <a:ln/>
        </p:spPr>
      </p:sp>
      <p:sp>
        <p:nvSpPr>
          <p:cNvPr id="9" name="Shape 7"/>
          <p:cNvSpPr/>
          <p:nvPr/>
        </p:nvSpPr>
        <p:spPr>
          <a:xfrm>
            <a:off x="7461504" y="2560320"/>
            <a:ext cx="128016" cy="128016"/>
          </a:xfrm>
          <a:prstGeom prst="ellipse">
            <a:avLst/>
          </a:prstGeom>
          <a:solidFill>
            <a:srgbClr val="0F1B24"/>
          </a:solidFill>
          <a:ln/>
        </p:spPr>
      </p:sp>
      <p:sp>
        <p:nvSpPr>
          <p:cNvPr id="10" name="Shape 8"/>
          <p:cNvSpPr/>
          <p:nvPr/>
        </p:nvSpPr>
        <p:spPr>
          <a:xfrm>
            <a:off x="6995160" y="3108960"/>
            <a:ext cx="457200" cy="54864"/>
          </a:xfrm>
          <a:prstGeom prst="rect">
            <a:avLst/>
          </a:prstGeom>
          <a:solidFill>
            <a:srgbClr val="0F1B24"/>
          </a:solidFill>
          <a:ln/>
        </p:spPr>
      </p:sp>
      <p:sp>
        <p:nvSpPr>
          <p:cNvPr id="11" name="Shape 9"/>
          <p:cNvSpPr/>
          <p:nvPr/>
        </p:nvSpPr>
        <p:spPr>
          <a:xfrm>
            <a:off x="6355080" y="1828800"/>
            <a:ext cx="1737360" cy="1920240"/>
          </a:xfrm>
          <a:prstGeom prst="rect">
            <a:avLst/>
          </a:prstGeom>
          <a:ln w="31750">
            <a:solidFill>
              <a:srgbClr val="39D9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508760"/>
            <a:ext cx="1371600" cy="274320"/>
          </a:xfrm>
          <a:prstGeom prst="rect">
            <a:avLst/>
          </a:prstGeom>
          <a:solidFill>
            <a:srgbClr val="39D9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1508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Objective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69164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helps computers understand images and video. This project uses a webcam to find human faces live and mark each one with a rectangle.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uses the classic Haar Cascade method in OpenCV, which is fast and runs on an ordinary laptop without a GPU.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0" y="1234440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64608" y="1344168"/>
            <a:ext cx="347472" cy="347472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64608" y="1344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234440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webcam from the application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754880" y="1911096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64608" y="2020824"/>
            <a:ext cx="347472" cy="347472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64608" y="20208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911096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human faces in real time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754880" y="2587752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64608" y="2697480"/>
            <a:ext cx="347472" cy="347472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64608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587752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a rectangle around every face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754880" y="3264408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64608" y="3374136"/>
            <a:ext cx="347472" cy="347472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864608" y="3374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264408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"Face Detected" and total face count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754880" y="3941064"/>
            <a:ext cx="3931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64608" y="4050792"/>
            <a:ext cx="347472" cy="347472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64608" y="40507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3941064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the webcam safely (q / ESC / button)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08760"/>
            <a:ext cx="594360" cy="5943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Beginner-friendly language used to write the whole program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78608" y="128016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61488" y="1508760"/>
            <a:ext cx="594360" cy="5943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61488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61488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61488" y="26974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for webcam access, image processing and drawing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0016" y="128016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82896" y="1508760"/>
            <a:ext cx="594360" cy="5943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82896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82896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 Cascade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82896" y="26974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classifier that finds faces in a grayscale image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21424" y="1280160"/>
            <a:ext cx="1874520" cy="265176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04304" y="1508760"/>
            <a:ext cx="594360" cy="5943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004304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04304" y="228600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Webcam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7004304" y="269748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live video input, read one frame at a time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0F1B2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9D9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opencv-python&lt;5     |     No HTML/CSS needed: OpenCV window is the interface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389888"/>
            <a:ext cx="365760" cy="3657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camera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5920" y="1965960"/>
            <a:ext cx="219456" cy="0"/>
          </a:xfrm>
          <a:prstGeom prst="line">
            <a:avLst/>
          </a:prstGeom>
          <a:noFill/>
          <a:ln w="22225">
            <a:solidFill>
              <a:srgbClr val="1F6F7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865376" y="128016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76856" y="1389888"/>
            <a:ext cx="365760" cy="3657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76856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865376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frame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1865376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cap.read()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54096" y="1965960"/>
            <a:ext cx="219456" cy="0"/>
          </a:xfrm>
          <a:prstGeom prst="line">
            <a:avLst/>
          </a:prstGeom>
          <a:noFill/>
          <a:ln w="22225">
            <a:solidFill>
              <a:srgbClr val="1F6F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73552" y="128016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85032" y="1389888"/>
            <a:ext cx="365760" cy="3657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685032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73552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73552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cvtColor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62272" y="1965960"/>
            <a:ext cx="219456" cy="0"/>
          </a:xfrm>
          <a:prstGeom prst="line">
            <a:avLst/>
          </a:prstGeom>
          <a:noFill/>
          <a:ln w="22225">
            <a:solidFill>
              <a:srgbClr val="1F6F7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681728" y="128016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1F6F78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093208" y="1389888"/>
            <a:ext cx="365760" cy="3657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93208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681728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faces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681728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D5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detectMultiScale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870448" y="1965960"/>
            <a:ext cx="219456" cy="0"/>
          </a:xfrm>
          <a:prstGeom prst="line">
            <a:avLst/>
          </a:prstGeom>
          <a:noFill/>
          <a:ln w="22225">
            <a:solidFill>
              <a:srgbClr val="1F6F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089904" y="128016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501384" y="1389888"/>
            <a:ext cx="365760" cy="3657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01384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089904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+ text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89904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rectangle, putText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78624" y="1965960"/>
            <a:ext cx="219456" cy="0"/>
          </a:xfrm>
          <a:prstGeom prst="line">
            <a:avLst/>
          </a:prstGeom>
          <a:noFill/>
          <a:ln w="22225">
            <a:solidFill>
              <a:srgbClr val="1F6F7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498080" y="1280160"/>
            <a:ext cx="1188720" cy="13716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909560" y="1389888"/>
            <a:ext cx="365760" cy="36576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909560" y="13898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18288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21945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imshow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2 to 6 repeat for every frame (about 30 times per second) until the user presses q / ESC or clicks STOP.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57200" y="32918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8580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Haar Cascade idea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68580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simple light/dark patterns (e.g. eyes darker than cheeks) in quick stages. Non-face areas are rejected early, so it is fast.</a:t>
            </a:r>
            <a:endParaRPr lang="en-US" sz="1250" dirty="0"/>
          </a:p>
        </p:txBody>
      </p:sp>
      <p:sp>
        <p:nvSpPr>
          <p:cNvPr id="42" name="Shape 40"/>
          <p:cNvSpPr/>
          <p:nvPr/>
        </p:nvSpPr>
        <p:spPr>
          <a:xfrm>
            <a:off x="4663440" y="32918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4892040" y="34015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6F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output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892040" y="37490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detectMultiScale returns (x, y, w, h) for each face. We draw a box from these values, and len(faces) gives the total count.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Output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1B2A33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94360" y="1417320"/>
            <a:ext cx="731520" cy="292608"/>
          </a:xfrm>
          <a:prstGeom prst="rect">
            <a:avLst/>
          </a:prstGeom>
          <a:solidFill>
            <a:srgbClr val="D6454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417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Detected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8013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D6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Faces: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91690" y="2462022"/>
            <a:ext cx="1303020" cy="1476756"/>
          </a:xfrm>
          <a:prstGeom prst="ellipse">
            <a:avLst/>
          </a:prstGeom>
          <a:solidFill>
            <a:srgbClr val="9FB6BF"/>
          </a:solidFill>
          <a:ln/>
        </p:spPr>
      </p:sp>
      <p:sp>
        <p:nvSpPr>
          <p:cNvPr id="9" name="Shape 7"/>
          <p:cNvSpPr/>
          <p:nvPr/>
        </p:nvSpPr>
        <p:spPr>
          <a:xfrm>
            <a:off x="2395728" y="2983230"/>
            <a:ext cx="121615" cy="121615"/>
          </a:xfrm>
          <a:prstGeom prst="ellipse">
            <a:avLst/>
          </a:prstGeom>
          <a:solidFill>
            <a:srgbClr val="0F1B24"/>
          </a:solidFill>
          <a:ln/>
        </p:spPr>
      </p:sp>
      <p:sp>
        <p:nvSpPr>
          <p:cNvPr id="10" name="Shape 8"/>
          <p:cNvSpPr/>
          <p:nvPr/>
        </p:nvSpPr>
        <p:spPr>
          <a:xfrm>
            <a:off x="2969057" y="2983230"/>
            <a:ext cx="121615" cy="121615"/>
          </a:xfrm>
          <a:prstGeom prst="ellipse">
            <a:avLst/>
          </a:prstGeom>
          <a:solidFill>
            <a:srgbClr val="0F1B24"/>
          </a:solidFill>
          <a:ln/>
        </p:spPr>
      </p:sp>
      <p:sp>
        <p:nvSpPr>
          <p:cNvPr id="11" name="Shape 9"/>
          <p:cNvSpPr/>
          <p:nvPr/>
        </p:nvSpPr>
        <p:spPr>
          <a:xfrm>
            <a:off x="2526030" y="3504438"/>
            <a:ext cx="434340" cy="52121"/>
          </a:xfrm>
          <a:prstGeom prst="rect">
            <a:avLst/>
          </a:prstGeom>
          <a:solidFill>
            <a:srgbClr val="0F1B24"/>
          </a:solidFill>
          <a:ln/>
        </p:spPr>
      </p:sp>
      <p:sp>
        <p:nvSpPr>
          <p:cNvPr id="12" name="Shape 10"/>
          <p:cNvSpPr/>
          <p:nvPr/>
        </p:nvSpPr>
        <p:spPr>
          <a:xfrm>
            <a:off x="1917954" y="2288286"/>
            <a:ext cx="1650492" cy="1824228"/>
          </a:xfrm>
          <a:prstGeom prst="rect">
            <a:avLst/>
          </a:prstGeom>
          <a:ln w="31750">
            <a:solidFill>
              <a:srgbClr val="39D9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94960" y="1371600"/>
            <a:ext cx="329184" cy="329184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394960" y="1371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897880" y="132588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webcam video in a window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394960" y="2011680"/>
            <a:ext cx="329184" cy="329184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9496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897880" y="196596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box around every face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394960" y="2651760"/>
            <a:ext cx="329184" cy="329184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94960" y="2651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897880" y="260604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"Face Detected" or "No Face Detected" status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394960" y="3291840"/>
            <a:ext cx="329184" cy="329184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3291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897880" y="324612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Faces count updates live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394960" y="3931920"/>
            <a:ext cx="329184" cy="329184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94960" y="3931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897880" y="3886200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with q, ESC or the STOP button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Advantages, Limitations &amp; 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58368" y="1463040"/>
            <a:ext cx="274320" cy="274320"/>
          </a:xfrm>
          <a:prstGeom prst="ellipse">
            <a:avLst/>
          </a:prstGeom>
          <a:solidFill>
            <a:srgbClr val="39D9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51560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easy to understand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fast on a normal laptop CPU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with one library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file comes with OpenCV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64408" y="128016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65576" y="1463040"/>
            <a:ext cx="274320" cy="274320"/>
          </a:xfrm>
          <a:prstGeom prst="ellipse">
            <a:avLst/>
          </a:prstGeom>
          <a:solidFill>
            <a:srgbClr val="D645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58768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465576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best on front-facing faces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good lighting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miss small faces or give false detections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faces only, cannot identify people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71616" y="1280160"/>
            <a:ext cx="2624328" cy="3291840"/>
          </a:xfrm>
          <a:prstGeom prst="roundRect">
            <a:avLst>
              <a:gd name="adj" fmla="val 348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72784" y="1463040"/>
            <a:ext cx="274320" cy="274320"/>
          </a:xfrm>
          <a:prstGeom prst="ellipse">
            <a:avLst/>
          </a:prstGeom>
          <a:solidFill>
            <a:srgbClr val="1F6F7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65976" y="1417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011680"/>
            <a:ext cx="2240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(LBPH / deep learning)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and smile detection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0F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interface or DNN detector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663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captures webcam video, converts each frame to grayscale, detects faces with a Haar Cascade and shows the results live.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small, works offline and builds a strong base for face recognition and deep learning.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0" y="1371600"/>
            <a:ext cx="2926080" cy="2377440"/>
          </a:xfrm>
          <a:prstGeom prst="rect">
            <a:avLst/>
          </a:prstGeom>
          <a:ln w="31750">
            <a:solidFill>
              <a:srgbClr val="39D9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0" y="1965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669280" y="2651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523</Words>
  <Application>Microsoft Office PowerPoint</Application>
  <PresentationFormat>On-screen Show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deepusinghak56@outlook.com</cp:lastModifiedBy>
  <cp:revision>3</cp:revision>
  <dcterms:created xsi:type="dcterms:W3CDTF">2026-09-24T07:09:05Z</dcterms:created>
  <dcterms:modified xsi:type="dcterms:W3CDTF">2026-09-24T07:24:16Z</dcterms:modified>
</cp:coreProperties>
</file>